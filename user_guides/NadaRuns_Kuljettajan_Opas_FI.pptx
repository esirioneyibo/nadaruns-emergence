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86868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86868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NadaRuns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698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4600" b="1">
                <a:solidFill>
                  <a:srgbClr val="FFFFFF"/>
                </a:solidFill>
                <a:latin typeface="Calibri"/>
              </a:rPr>
              <a:t>Kuljettajan käyttöopas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5262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10B981"/>
                </a:solidFill>
                <a:latin typeface="Calibri"/>
              </a:rPr>
              <a:t>Näin ansaitset NadaRunsilla — rekisteröinnistä maksuun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>
                <a:solidFill>
                  <a:srgbClr val="C8D6D2"/>
                </a:solidFill>
                <a:latin typeface="Calibri"/>
              </a:rPr>
              <a:t>NadaRuns — tyhjän kuljetuskapasiteetin markkinapaikka  ·  Tuki: care@nadaruns.com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Mikä on NadaRuns?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NadaRuns on B2B-logistiikan markkinapaikka, joka yhdistää vapaan ajoneuvokapasiteetin ja paluukuljetukset rahtiin, joka pitää siirtää.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Kuljettajana tai kuljetusyrityksenä ansaitset kilometreistä, jotka muuten ajaisit tyhjänä.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Sopii sekä yksittäisille kuljettajille että useita ajoneuvoja hallinnoiville kalustoyrityksille.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Tarvitset vain älypuhelimen, ajoneuvon ja voimassa olevat asiakirjat aloittaaksesi.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2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Lataa sovellus ja rekisteröidy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Asenna NadaRuns Driver -sovellus ja paina 'Rekisteröidy'.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Valitse tilityyppi: Yksittäinen kuljettaja tai Kalusto / Yritys.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Syötä nimesi ja yhteystietosi sekä (kalustolle) yrityksen nimi ja Y-tunnus.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Valitse ajoneuvotyyppi (paketti-, kuorma-, puoliperävaunu, säiliö jne.), ajokorttiluokka ja rekisterinumero.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Kalustoyrityksen omistaja saa automaattisesti työtilan kuljettajien ja ajoneuvojen hallintaan.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3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Vahvista henkilöllisyytesi (KYC)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Lataa vaaditut asiakirjat: ajokortti, ajoneuvon rekisteröinti ja vakuutus.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Tiimimme tarkistaa ja hyväksyy tilisi yleensä nopeasti.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Saat sähköpostin, kun tilisi on hyväksytty (tai jos jotain pitää korjata).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Sinun on oltava hyväksytty ennen kuin voit ottaa keikkoja — tämä pitää markkinapaikan luotettavana.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4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Mene linjoille ja näe koontinäkymä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Kytke 'Online' aloitusnäytöllä alkaaksesi vastaanottaa keikkapyyntöjä.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Koontinäkymä näyttää päivän ansiot, toimitukset ja hyväksymisasteen.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Reaaliaikainen kartta näyttää sijaintisi ja lähellä olevat keikat.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Voit kytkeä 'Offline' milloin tahansa lopettaaksesi uudet pyynnöt.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5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Vastaanota ja hyväksy keikkoja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Uudet keikkapyynnöt näkyvät kortteina kartalla: nouto, toimitus, etäisyys, palkkio ja arvioitu aika.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Tarkista tiedot ja paina Hyväksy ottaaksesi keikan tai Hylkää ohittaaksesi.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Hyväksynnän jälkeen keikka varataan sinulle ja navigointi alkaa.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Korkea hyväksymisaste ja arviot tuovat sinulle lisää tarjouksia.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6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Nouda rahti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Seuraa sovelluksen reittiä noutopaikkaan.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Peräillä vahvista nouto syöttämällä 4-numeroinen noutokoodi (OTP).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Ota noutotodiste-valokuva lastatusta rahdista.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OTP ja valokuva suojaavat sekä sinua että lähettäjää erimielisyyksiltä.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7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Toimita rahti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Navigoi sovelluksen näyttämään toimituspaikkaan.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Vahvista toimitus 4-numeroisella toimituskoodilla (OTP).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Ota toimitustodiste-valokuva viimeistelläksesi keikan.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Toimituksen jälkeen näet matkan ansioiden yhteenvedon.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8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Ansiot ja lompakko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Lompakko-välilehti näyttää Käytettävissä olevan ja Odottavan saldon.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Ansiot siirtyvät Odottavasta Käytettävissä olevaan lyhyen selvitysajan jälkeen.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Pyydä nostoa, kun olet valmis — lasku/kuittipdf luodaan automaattisesti.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Kaikki maksukuitit ja nostoasiakirjat lähetetään sähköpostiisi ja tallennetaan.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9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Toimitushistoria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Historia-välilehti listaa jokaisen toimituksen päivämäärän, reitin ja palkkion.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Seuraa sen avulla kokonaisansioitasi ja suoritustasi.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10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Kaluston hallinta (yrityksen omistajat)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Avaa Asetukset → Kalusto hallitaksesi yritystäsi.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Lisää ja kutsu kuljettajia, lisää ajoneuvoja ja osoita ajoneuvot kuljettajille.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Valitse keikkojen hyväksymistapa: itse-hyväksyntä, omistajan osoitus tai hybridi.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Seuraa yrityksen keikkoja ja lompakkoa sekä pyydä maksatuksia hyväksyttäväksi.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Kutsutut kuljettajat kirjautuvat sisään omalla sähköpostilla ja salasanalla.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548640"/>
            <a:ext cx="2011680" cy="457200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VAIHE 11 /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3400" b="1">
                <a:solidFill>
                  <a:srgbClr val="111827"/>
                </a:solidFill>
                <a:latin typeface="Calibri"/>
              </a:rPr>
              <a:t>Asetukset, kieli ja tuki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40280"/>
            <a:ext cx="107899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Päivitä profiilisi, ajoneuvosi ja ilmoitusasetukset Asetuksissa.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Vaihda sovelluksen kieli englannin ja suomen välillä milloin tahansa.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Löydät 'Ohje ja tuki' sekä 'Tietosuoja ja ehdot' profiilistasi.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10B981"/>
                </a:solidFill>
                <a:latin typeface="Calibri"/>
              </a:rPr>
              <a:t>▸  </a:t>
            </a:r>
            <a:r>
              <a:rPr sz="1700" b="0">
                <a:solidFill>
                  <a:srgbClr val="4B5563"/>
                </a:solidFill>
                <a:latin typeface="Calibri"/>
              </a:rPr>
              <a:t>Tarvitsetko apua? Ota yhteyttä: care@nadaruns.com.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806440"/>
            <a:ext cx="10698480" cy="713232"/>
          </a:xfrm>
          <a:prstGeom prst="roundRect">
            <a:avLst/>
          </a:prstGeom>
          <a:solidFill>
            <a:srgbClr val="E6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300" b="1">
                <a:solidFill>
                  <a:srgbClr val="0C4A42"/>
                </a:solidFill>
              </a:rPr>
              <a:t>VINKKI:  </a:t>
            </a:r>
            <a:r>
              <a:rPr sz="1300">
                <a:solidFill>
                  <a:srgbClr val="4B5563"/>
                </a:solidFill>
              </a:rPr>
              <a:t>Aja turvallisesti ja muuta tyhjät kilometrit tuloiksi!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