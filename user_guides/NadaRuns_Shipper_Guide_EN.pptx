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86868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8686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NadaRuns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Shipper 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0B981"/>
                </a:solidFill>
                <a:latin typeface="Calibri"/>
              </a:rPr>
              <a:t>How to move freight with NadaRuns — from booking to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8D6D2"/>
                </a:solidFill>
                <a:latin typeface="Calibri"/>
              </a:rPr>
              <a:t>NadaRuns — the marketplace for empty transport capacity  ·  Support: care@nadaruns.com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What is NadaRuns?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NadaRuns is a B2B logistics marketplace for moving freight using available transport capacity and return trips.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As a business (shipper), you get faster, more competitive transport by tapping into vehicles that are already on the road.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Ideal for pallets, part-loads, full loads and special cargo across Finland.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Less empty driving means lower cost for you and lower emissions overall.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Register Your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Install the NadaRuns app and register as a Business / Shipper.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Enter your company name and contact details.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Log in to reach your shipper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Create a Shipment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Tap 'New' to start a shipment.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Set pickup and drop-off locations on the map.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Enter cargo details: weight, dimensions, pallet count and loading meters.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Choose the required vehicle type and urgency.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Accurate cargo details give you the most accurate price and the right vehicle.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Understand Your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Pricing follows the Finnish road-freight model based on chargeable freight weight.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Chargeable weight is the greatest of actual weight, volume, pallet and loading-meter weight.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The breakdown shows freight fee, distance, urgency and fuel surcharge.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You get an instant estimate before you confirm.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Expand the 'Advanced' section to fine-tune pallets and dimensions.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Choose How to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Pay Now: pay securely by card (Stripe) right away.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Accept Invoice: receive a Net-14 invoice (PDF) and pay later.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Pay Later: confirm the shipment and settle afterwards.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Saved cards enable one-tap instant payment for future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Funds are captured on delivery, so you only pay for completed transport.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Track Your Shipment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Watch live status updates: driver assigned, en route to pickup, picked up, delivering, delivered.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See your assigned driver and estimated arrival on the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You'll also get email updates at key milestones.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Proof of Pickup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Each shipment shows a 'Proof of Pickup &amp; Delivery' card.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View the photo taken at pickup and the photo taken at delivery.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Tap any photo to open it full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POP/POD photos stay available in your order summary for your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Invoices &amp; 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Payment receipts and invoices are generated automatically as PDFs.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They are emailed to you and stored in the app for download anytime.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Great for accounting — every transaction has a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Saved Payment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Add and manage your cards under Settings → Payment Methods.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Set a default card and remove old ones.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Use one-tap 'Pay with saved card' for faster checkout.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Settings, Language &amp;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Manage your business profile and preferences in Settings.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Switch the app language between English and Finnish (Suomi) anytime.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Find 'Help &amp; Support' and 'Privacy &amp; Terms' in your profile.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Need help? Contact care@nadaruns.com.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Move more freight, with less empty space on the road.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