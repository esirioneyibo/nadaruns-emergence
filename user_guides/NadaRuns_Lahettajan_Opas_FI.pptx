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86868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86868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NadaRuns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Lähettäjän käyttöopas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26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0B981"/>
                </a:solidFill>
                <a:latin typeface="Calibri"/>
              </a:rPr>
              <a:t>Näin siirrät rahtia NadaRunsilla — tilauksesta toimitukseen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C8D6D2"/>
                </a:solidFill>
                <a:latin typeface="Calibri"/>
              </a:rPr>
              <a:t>NadaRuns — tyhjän kuljetuskapasiteetin markkinapaikka  ·  Tuki: care@nadaruns.com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1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Mikä on NadaRuns?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NadaRuns on B2B-logistiikan markkinapaikka rahdin siirtämiseen vapaan kuljetuskapasiteetin ja paluukuljetusten avulla.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Yrityksenä (lähettäjänä) saat nopeampaa ja kilpailukykyisempää kuljetusta hyödyntämällä jo liikkeellä olevia ajoneuvoja.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Sopii lavoille, osakuormille, täysille kuormille ja erikoisrahdille ympäri Suomen.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Vähemmän tyhjänäajoa tarkoittaa pienempiä kustannuksia ja vähemmän päästöjä.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Rekisteröi yrityksesi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Asenna NadaRuns-sovellus ja rekisteröidy Yritys / Lähettäjä -tilinä.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Syötä yrityksesi nimi ja yhteystiedot.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Kirjaudu sisään päästäksesi lähettäjän koontinäkymään.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Luo kuljetus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Paina 'Uusi' aloittaaksesi kuljetuksen.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Aseta nouto- ja toimituspaikat kartalle.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Syötä rahdin tiedot: paino, mitat, lavojen määrä ja lavametrit.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Valitse tarvittava ajoneuvotyyppi ja kiireellisyys.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Tarkat rahtitiedot antavat tarkimman hinnan ja oikean ajoneuvon.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Ymmärrä hinta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Hinnoittelu noudattaa suomalaista maantiekuljetusmallia rahdituspainon perusteella.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Rahdituspaino on suurin seuraavista: todellinen paino, tilavuus, lava- ja lavametripaino.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Erittely näyttää rahtimaksun, etäisyyden, kiireellisyyden ja polttoainelisän.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Saat välittömän arvion ennen vahvistusta.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Avaa 'Lisäasetukset' hienosäätääksesi lavoja ja mittoja.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Valitse maksutapa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Maksa heti: maksa turvallisesti kortilla (Stripe) saman tien.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Hyväksy lasku: saat Netto-14 -laskun (PDF) ja maksat myöhemmin.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Maksa myöhemmin: vahvista kuljetus ja maksa jälkikäteen.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Tallennetut kortit mahdollistavat yhden napautuksen pikamaksun jatkossa.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Varat veloitetaan vasta toimituksen yhteydessä, joten maksat vain valmiista kuljetuksesta.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Seuraa kuljetustasi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Seuraa reaaliaikaisia tilapäivityksiä: kuljettaja osoitettu, matkalla noutoon, noudettu, toimitetaan, toimitettu.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Näe osoitettu kuljettaja ja arvioitu saapuminen kartalla.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Saat myös sähköposti-ilmoituksia tärkeissä vaiheissa.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Nouto- ja toimitustodiste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Jokaisessa kuljetuksessa on 'Nouto- ja toimitustodiste' -kortti.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Katso noudossa ja toimituksessa otetut valokuvat.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Napauta valokuvaa avataksesi sen koko näytölle.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Todistekuvat säilyvät tilauksen yhteenvedossa kirjanpitoasi varten.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Laskut ja kuitit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Maksukuitit ja laskut luodaan automaattisesti PDF-tiedostoina.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Ne lähetetään sähköpostiisi ja tallennetaan sovellukseen ladattavaksi milloin tahansa.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Erinomaista kirjanpitoon — jokaisesta tapahtumasta on asiakirja.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Tallennetut maksutavat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Lisää ja hallitse kortteja kohdassa Asetukset → Maksutavat.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Aseta oletuskortti ja poista vanhat.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Käytä yhden napautuksen 'Maksa tallennetulla kortilla' nopeampaan maksuun.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Asetukset, kieli ja tuki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Hallitse yritysprofiiliasi ja asetuksiasi Asetuksissa.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Vaihda sovelluksen kieli englannin ja suomen välillä milloin tahansa.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Löydät 'Ohje ja tuki' sekä 'Tietosuoja ja ehdot' profiilistasi.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Tarvitsetko apua? Ota yhteyttä: care@nadaruns.com.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Siirrä enemmän rahtia, vähemmällä tyhjällä tilalla tiellä.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