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4A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868680" cy="8686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40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86868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NadaRuns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6984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Driver User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5262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0">
                <a:solidFill>
                  <a:srgbClr val="10B981"/>
                </a:solidFill>
                <a:latin typeface="Calibri"/>
              </a:rPr>
              <a:t>How to earn with NadaRuns — from sign-up to payout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61264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C8D6D2"/>
                </a:solidFill>
                <a:latin typeface="Calibri"/>
              </a:rPr>
              <a:t>NadaRuns — the marketplace for empty transport capacity  ·  Support: care@nadaruns.com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01168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STEP 1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111827"/>
                </a:solidFill>
                <a:latin typeface="Calibri"/>
              </a:rPr>
              <a:t>What is NadaRuns?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7899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NadaRuns is a B2B logistics marketplace that matches empty vehicle capacity and return trips with freight that needs to move.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As a driver or carrier, you earn from kilometers you would otherwise drive empty.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Works for solo drivers and for fleet/transport companies managing multiple vehicles.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806440"/>
            <a:ext cx="10698480" cy="713232"/>
          </a:xfrm>
          <a:prstGeom prst="roundRect">
            <a:avLst/>
          </a:prstGeom>
          <a:solidFill>
            <a:srgbClr val="E6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TIP:  </a:t>
            </a:r>
            <a:r>
              <a:rPr sz="1300">
                <a:solidFill>
                  <a:srgbClr val="4B5563"/>
                </a:solidFill>
              </a:rPr>
              <a:t>You only need a smartphone, a vehicle, and valid documents to start.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01168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STEP 2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111827"/>
                </a:solidFill>
                <a:latin typeface="Calibri"/>
              </a:rPr>
              <a:t>Download &amp; Register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7899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Install the NadaRuns Driver app and tap 'Register'.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Choose your account type: Individual driver or Fleet / Company.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Enter your name, contact details and (for fleets) your company name and business ID.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Select your vehicle type (van, truck, semi-truck, tanker, etc.), licence class and registration plate.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806440"/>
            <a:ext cx="10698480" cy="713232"/>
          </a:xfrm>
          <a:prstGeom prst="roundRect">
            <a:avLst/>
          </a:prstGeom>
          <a:solidFill>
            <a:srgbClr val="E6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TIP:  </a:t>
            </a:r>
            <a:r>
              <a:rPr sz="1300">
                <a:solidFill>
                  <a:srgbClr val="4B5563"/>
                </a:solidFill>
              </a:rPr>
              <a:t>Fleet owners automatically get a company workspace to manage drivers and vehicles.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01168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STEP 3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111827"/>
                </a:solidFill>
                <a:latin typeface="Calibri"/>
              </a:rPr>
              <a:t>Verify Your Identity (KYC)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7899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Upload the required documents: driving licence, vehicle registration and insurance.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Our team reviews and approves your account, usually within a short time.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You'll receive an email once you are approved (or if something needs fixing).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806440"/>
            <a:ext cx="10698480" cy="713232"/>
          </a:xfrm>
          <a:prstGeom prst="roundRect">
            <a:avLst/>
          </a:prstGeom>
          <a:solidFill>
            <a:srgbClr val="E6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TIP:  </a:t>
            </a:r>
            <a:r>
              <a:rPr sz="1300">
                <a:solidFill>
                  <a:srgbClr val="4B5563"/>
                </a:solidFill>
              </a:rPr>
              <a:t>You must be approved before you can accept jobs — this keeps the marketplace trusted.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01168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STEP 4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111827"/>
                </a:solidFill>
                <a:latin typeface="Calibri"/>
              </a:rPr>
              <a:t>Go Online &amp; See Your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7899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Toggle 'Online' on the home screen to start receiving job requests.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Your dashboard shows today's earnings, completed deliveries and acceptance rate.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The live map shows your location and nearby available jobs.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806440"/>
            <a:ext cx="10698480" cy="713232"/>
          </a:xfrm>
          <a:prstGeom prst="roundRect">
            <a:avLst/>
          </a:prstGeom>
          <a:solidFill>
            <a:srgbClr val="E6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TIP:  </a:t>
            </a:r>
            <a:r>
              <a:rPr sz="1300">
                <a:solidFill>
                  <a:srgbClr val="4B5563"/>
                </a:solidFill>
              </a:rPr>
              <a:t>Toggle 'Offline' anytime to stop receiving new requests.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01168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STEP 5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111827"/>
                </a:solidFill>
                <a:latin typeface="Calibri"/>
              </a:rPr>
              <a:t>Receive &amp; Accept 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7899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New job requests appear as a card over the map with pickup, drop-off, distance, payout and ETA.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Review the details and tap Accept to take the job, or Decline to pass.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Once accepted, the job is reserved for you and navigation begins.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806440"/>
            <a:ext cx="10698480" cy="713232"/>
          </a:xfrm>
          <a:prstGeom prst="roundRect">
            <a:avLst/>
          </a:prstGeom>
          <a:solidFill>
            <a:srgbClr val="E6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TIP:  </a:t>
            </a:r>
            <a:r>
              <a:rPr sz="1300">
                <a:solidFill>
                  <a:srgbClr val="4B5563"/>
                </a:solidFill>
              </a:rPr>
              <a:t>Higher acceptance rates and ratings help you get more offers.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01168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STEP 6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111827"/>
                </a:solidFill>
                <a:latin typeface="Calibri"/>
              </a:rPr>
              <a:t>Pick Up the Cargo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7899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Follow the in-app route to the pickup location.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On arrival, confirm pickup by entering the 4-digit pickup code (OTP).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Take a Proof-of-Pickup photo of the loaded cargo.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806440"/>
            <a:ext cx="10698480" cy="713232"/>
          </a:xfrm>
          <a:prstGeom prst="roundRect">
            <a:avLst/>
          </a:prstGeom>
          <a:solidFill>
            <a:srgbClr val="E6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TIP:  </a:t>
            </a:r>
            <a:r>
              <a:rPr sz="1300">
                <a:solidFill>
                  <a:srgbClr val="4B5563"/>
                </a:solidFill>
              </a:rPr>
              <a:t>The OTP and photo protect both you and the shipper against disputes.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01168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STEP 7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111827"/>
                </a:solidFill>
                <a:latin typeface="Calibri"/>
              </a:rPr>
              <a:t>Deliver the Cargo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7899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Navigate to the drop-off location shown in the app.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Confirm delivery with the 4-digit delivery code (OTP).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Take a Proof-of-Delivery photo to complete the job.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806440"/>
            <a:ext cx="10698480" cy="713232"/>
          </a:xfrm>
          <a:prstGeom prst="roundRect">
            <a:avLst/>
          </a:prstGeom>
          <a:solidFill>
            <a:srgbClr val="E6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TIP:  </a:t>
            </a:r>
            <a:r>
              <a:rPr sz="1300">
                <a:solidFill>
                  <a:srgbClr val="4B5563"/>
                </a:solidFill>
              </a:rPr>
              <a:t>After delivery you'll see an animated earnings summary for the trip.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01168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STEP 8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111827"/>
                </a:solidFill>
                <a:latin typeface="Calibri"/>
              </a:rPr>
              <a:t>Earnings &amp; Wallet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7899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The Wallet tab shows your Available and Pending balances.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Earnings clear from Pending to Available after a short clearance window.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Request a withdrawal (cash out) when you're ready — an invoice/receipt PDF is generated automatically.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806440"/>
            <a:ext cx="10698480" cy="713232"/>
          </a:xfrm>
          <a:prstGeom prst="roundRect">
            <a:avLst/>
          </a:prstGeom>
          <a:solidFill>
            <a:srgbClr val="E6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TIP:  </a:t>
            </a:r>
            <a:r>
              <a:rPr sz="1300">
                <a:solidFill>
                  <a:srgbClr val="4B5563"/>
                </a:solidFill>
              </a:rPr>
              <a:t>All payment receipts and withdrawal documents are emailed and stored for you.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01168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STEP 9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111827"/>
                </a:solidFill>
                <a:latin typeface="Calibri"/>
              </a:rPr>
              <a:t>Delivery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7899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The History tab lists every completed delivery with date, route and payout.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Use it to track your lifetime earnings and performance.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01168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STEP 10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111827"/>
                </a:solidFill>
                <a:latin typeface="Calibri"/>
              </a:rPr>
              <a:t>Fleet Management (Company Owners)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7899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Open Settings → Fleet to manage your company.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Add and invite drivers, add vehicles and assign vehicles to drivers.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Choose a job-acceptance mode: self-accept, owner-assign or hybrid.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Track all company jobs, the company wallet and request payouts for approval.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806440"/>
            <a:ext cx="10698480" cy="713232"/>
          </a:xfrm>
          <a:prstGeom prst="roundRect">
            <a:avLst/>
          </a:prstGeom>
          <a:solidFill>
            <a:srgbClr val="E6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TIP:  </a:t>
            </a:r>
            <a:r>
              <a:rPr sz="1300">
                <a:solidFill>
                  <a:srgbClr val="4B5563"/>
                </a:solidFill>
              </a:rPr>
              <a:t>Invited drivers simply log in with their own email and password.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01168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STEP 11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111827"/>
                </a:solidFill>
                <a:latin typeface="Calibri"/>
              </a:rPr>
              <a:t>Settings, Language &amp;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7899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Update your profile, vehicle and notification preferences in Settings.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Switch the app language between English and Finnish (Suomi) anytime.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Find 'Help &amp; Support' and 'Privacy &amp; Terms' in your profile.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Need help? Contact care@nadaruns.com.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806440"/>
            <a:ext cx="10698480" cy="713232"/>
          </a:xfrm>
          <a:prstGeom prst="roundRect">
            <a:avLst/>
          </a:prstGeom>
          <a:solidFill>
            <a:srgbClr val="E6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TIP:  </a:t>
            </a:r>
            <a:r>
              <a:rPr sz="1300">
                <a:solidFill>
                  <a:srgbClr val="4B5563"/>
                </a:solidFill>
              </a:rPr>
              <a:t>Drive safe and turn those empty kilometers into income!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